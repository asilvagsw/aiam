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1" r:id="rId2"/>
    <p:sldId id="262" r:id="rId3"/>
    <p:sldId id="263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6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B7ECE-8864-4C66-B729-D2E4188756C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A9D55-F23D-4231-86B6-71A094BBB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9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1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8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3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5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1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7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4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5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3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36D1-DC55-469A-B44B-628249F19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1BB91-9C2D-47CC-BD9A-DB7303DE0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3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136796-BBAC-BA3F-13C8-3F7649D929EA}"/>
              </a:ext>
            </a:extLst>
          </p:cNvPr>
          <p:cNvSpPr txBox="1"/>
          <p:nvPr/>
        </p:nvSpPr>
        <p:spPr>
          <a:xfrm>
            <a:off x="1296186" y="2382949"/>
            <a:ext cx="706067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Reducing uncertainty to zero.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Predictable machines. Predictable results.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Engineered to behave.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Automation you can calculate.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57C81-CD34-BBE4-29C6-05C0F2390B3D}"/>
              </a:ext>
            </a:extLst>
          </p:cNvPr>
          <p:cNvSpPr txBox="1"/>
          <p:nvPr/>
        </p:nvSpPr>
        <p:spPr>
          <a:xfrm>
            <a:off x="433633" y="420297"/>
            <a:ext cx="82767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Core, no-nonsense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3417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12F7-B3EB-F4FC-E158-7B0BB3CE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EE0A2A-6392-14B2-E501-86A2239AF787}"/>
              </a:ext>
            </a:extLst>
          </p:cNvPr>
          <p:cNvSpPr txBox="1"/>
          <p:nvPr/>
        </p:nvSpPr>
        <p:spPr>
          <a:xfrm>
            <a:off x="1296185" y="2382949"/>
            <a:ext cx="74141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R&amp;D with an exit to production.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hypothesis to cycle time.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experiments end and machines begin.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Turning unknowns into specs.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ja-JP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90CE1-5D1E-0F35-158A-43DD0BCD309B}"/>
              </a:ext>
            </a:extLst>
          </p:cNvPr>
          <p:cNvSpPr txBox="1"/>
          <p:nvPr/>
        </p:nvSpPr>
        <p:spPr>
          <a:xfrm>
            <a:off x="433633" y="420297"/>
            <a:ext cx="82767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R&amp;D flavored, but factory-safe</a:t>
            </a:r>
          </a:p>
        </p:txBody>
      </p:sp>
    </p:spTree>
    <p:extLst>
      <p:ext uri="{BB962C8B-B14F-4D97-AF65-F5344CB8AC3E}">
        <p14:creationId xmlns:p14="http://schemas.microsoft.com/office/powerpoint/2010/main" val="198635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D4729-4C72-6438-FF65-8FE4D80A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EF1CC-A512-CB59-2B1A-3F8AB91C427E}"/>
              </a:ext>
            </a:extLst>
          </p:cNvPr>
          <p:cNvSpPr txBox="1"/>
          <p:nvPr/>
        </p:nvSpPr>
        <p:spPr>
          <a:xfrm>
            <a:off x="1550708" y="2946000"/>
            <a:ext cx="71596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Intelligence you can debug.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that passes FAT.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ja-JP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ja-JP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(Factory Acceptance Test people will smile quietly.</a:t>
            </a:r>
            <a:endParaRPr lang="en-US" sz="1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stops. Performance stays.</a:t>
            </a:r>
            <a:r>
              <a:rPr lang="ja-JP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ja-JP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811A9-620A-19DA-5B1A-4B5CA3523343}"/>
              </a:ext>
            </a:extLst>
          </p:cNvPr>
          <p:cNvSpPr txBox="1"/>
          <p:nvPr/>
        </p:nvSpPr>
        <p:spPr>
          <a:xfrm>
            <a:off x="433633" y="420297"/>
            <a:ext cx="827673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AI angle </a:t>
            </a:r>
          </a:p>
          <a:p>
            <a:pPr algn="ctr"/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(without scaring purchasing)</a:t>
            </a:r>
            <a:endParaRPr lang="en-US" sz="6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6465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1882</TotalTime>
  <Words>90</Words>
  <Application>Microsoft Office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Jin</dc:creator>
  <cp:lastModifiedBy>Ken Jin</cp:lastModifiedBy>
  <cp:revision>85</cp:revision>
  <dcterms:created xsi:type="dcterms:W3CDTF">2021-09-28T16:00:56Z</dcterms:created>
  <dcterms:modified xsi:type="dcterms:W3CDTF">2026-07-15T22:09:21Z</dcterms:modified>
</cp:coreProperties>
</file>